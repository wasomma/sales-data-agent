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2026 Pipeline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Ops — data as of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Commentary</a:t>
            </a:r>
          </a:p>
          <a:p>
            <a:r>
              <a:t>Enterprise segment momentum continues; renewal risk concentrated in Delta Retail Group. Cascade Health expansion moved to Negotiation.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5760" y="548640"/>
          <a:ext cx="8412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57200">
                <a:tc>
                  <a:txBody>
                    <a:bodyPr/>
                    <a:lstStyle/>
                    <a:p>
                      <a:r>
                        <a:rPr sz="1000"/>
                        <a:t>Deal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Close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Stage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Keystone Enterprise Rollout 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Keystone Pharma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654500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2026-12-08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Negotiation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Ironclad Enterprise Rollout 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Ironclad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654000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2026-11-11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Negotiation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Juniper Support Upgrade 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Juniper 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653500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2026-09-27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Prospecting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BlueSky Enterprise Rollout 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BlueSky Airlines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653500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2026-04-21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Qualification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Apex Enterprise Rollout 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Apex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652500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2026-10-09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Negotiation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Apex Enterprise Rollout 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Apex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652500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2027-06-23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Closed Lost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Evergreen Analytics Add-on 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Evergreen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651500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2027-03-08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Prospecting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Apex Data Migration 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Apex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651000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2026-04-27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Qualification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Evergreen Platform License 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Evergreen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651000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2027-02-22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Prospecting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Apex Analytics Add-on 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Apex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650500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2026-09-28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Closed Won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